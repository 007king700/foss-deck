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>
        <p:scale>
          <a:sx n="75" d="100"/>
          <a:sy n="75" d="100"/>
        </p:scale>
        <p:origin x="67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528732-ADF8-77D1-0F4D-EB3D324AD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43BFCD-363D-CFA5-F279-7DF0B9D4E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8DC331-B651-17F4-D89D-A786C37B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20D41F-5559-4D5A-E74B-C821CD3D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9B925BE-39E3-F5A7-3280-49C31D7C6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925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74D223-A946-1B94-6163-D8991985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7ADE6B-08AD-BC36-BC78-785DA9315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92B857-79B0-6B30-C42F-81BA12D7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2F80D09-741C-00E1-61D3-DCC2D1B0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392A114-48FA-E7F2-3477-D838C618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1767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944FDB-0332-C329-489D-9F1A4D0E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92DF3DD-1D75-8384-5C00-BE2408EF4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2DEB5E0-447F-780C-7B84-3162781E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0A140C-1AD3-3149-1984-C2D7ACC7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D0652D-0424-6472-DEFA-2E590236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844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29CBE4-8319-321E-7ABC-A97A56B4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80442D-E726-5804-9798-148E324C4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0603656-EA91-2B44-E766-B3ABC3F39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4D3D2D9-0E6A-216D-FC76-C0AE035F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4A0383-1C99-00A1-5CE3-8191F6F7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85D56A4-BE84-785E-030F-83073E06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180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A2B126-225A-7A33-55EA-80141699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355EC25-9804-6EDC-D36F-1F0F7342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CFDBB5-B396-1689-C260-05F001770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BCCCDCB-5243-1F3F-57A7-F0F4054A0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6DEAE9F-3922-56CA-5FA7-8B8BCE3EF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EA5A355-4B3A-96E0-0652-D2E49815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0C68608-5BE4-B4F5-5E3F-0764C3131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B7C5BE7-DCD6-3219-F214-C5552EB6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911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4D2BA-BC7A-3358-245E-30EA8032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44DC50E-C398-7390-B4DD-F7E812139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49E36CD-864E-7D83-C391-BF4A1BDD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4FE4697-FA95-8EE0-D749-C5646605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038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5FD02BD-3A2B-C98D-68D2-844F45D13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025804E-DA49-ABCD-C15A-D6D52465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2EBF6F-DA9C-D0BE-96F0-8AF66979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474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25ADA5-2BBF-B0AD-7389-FEF912D04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91E8B0-39B6-CFFF-6E9C-43C0CEFE6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1DE6E14-22CC-CF75-B659-10E4F4469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5A4D445-DF7E-F211-50D0-7C3B02B0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6ACD5C7-0E36-F854-192F-C4415E30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AF67D48-A1D1-D02B-39ED-6479CC10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614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C79ED1-B074-6933-5B00-D2944F1B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5D2BD49-F1DF-9F44-60E5-F164FDADD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FF37238-4D72-DB39-7E03-7F198328C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4C0562F-E860-7572-5E69-41800AFF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A2218EB-26CF-758C-E983-245A3492A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8C92E43-3E44-C5EC-A14A-EB75DA37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051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574B5A-C2EF-C46A-03FC-18D5F0DC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79DE6CD-1732-AC72-B447-9DB7B5163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7F5488D-BF0C-FF78-1C28-DB310DDF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818E6F7-393C-27A8-2A94-87CA8606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20E4E2C-97AA-5C9B-C734-5F2B1476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010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2DF2BF79-A453-E8A5-CB14-68810E1D2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2D59E0F-1723-E5A3-73B8-6A3A6CAE6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CDFA86-1216-A70B-E3B8-82056189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AC581A5-4D16-C9DD-C2FB-900600D0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F97320F-9CB6-3A6B-47B6-40E55CE7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9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3A554C3-1963-8E84-5D46-E91C2064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D9C8F89-D741-B3C0-28AC-2C9C6B43C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6DFCC7-EF6F-85C4-78FA-383D48D74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FA34D-5B6E-4DA7-AE77-C05393CF46C5}" type="datetimeFigureOut">
              <a:rPr lang="cs-CZ" smtClean="0"/>
              <a:t>12.01.2026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33358F3-585A-40DA-3D89-F372E6F65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F22577E-0BFE-3EC0-4E47-450049787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92C7-B3B1-47A7-AB9A-5176C2503C8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830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007king700/FOSS-De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9DF8CA-D411-641A-1036-73BC52280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0896"/>
            <a:ext cx="9144000" cy="2387600"/>
          </a:xfrm>
        </p:spPr>
        <p:txBody>
          <a:bodyPr/>
          <a:lstStyle/>
          <a:p>
            <a:r>
              <a:rPr lang="cs-CZ" dirty="0"/>
              <a:t>Mobilní aplikace pro ovládání funkcí počítače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9668D99-3730-7D83-793D-6F831657D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90571"/>
            <a:ext cx="9144000" cy="1655762"/>
          </a:xfrm>
        </p:spPr>
        <p:txBody>
          <a:bodyPr/>
          <a:lstStyle/>
          <a:p>
            <a:r>
              <a:rPr lang="cs-CZ" dirty="0"/>
              <a:t>Jiří Gebauer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66465D5-242A-41EA-0BFC-AA54188A9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2" t="35270" r="18889" b="40741"/>
          <a:stretch>
            <a:fillRect/>
          </a:stretch>
        </p:blipFill>
        <p:spPr>
          <a:xfrm>
            <a:off x="2827866" y="865717"/>
            <a:ext cx="6536267" cy="164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4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97B18C-EC1C-E5A0-1DE6-FC8A09BB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 a cíl práce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321A29-C476-63F0-F06C-FBB6AE50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3200" dirty="0"/>
              <a:t>Alternativa pro Stream </a:t>
            </a:r>
            <a:r>
              <a:rPr lang="cs-CZ" sz="3200" dirty="0" err="1"/>
              <a:t>Deck</a:t>
            </a:r>
            <a:endParaRPr lang="cs-CZ" sz="3200" dirty="0"/>
          </a:p>
          <a:p>
            <a:r>
              <a:rPr lang="cs-CZ" sz="3200" dirty="0"/>
              <a:t>Jednoduché připojení</a:t>
            </a:r>
          </a:p>
          <a:p>
            <a:r>
              <a:rPr lang="cs-CZ" sz="3200" dirty="0"/>
              <a:t>Implementace základních </a:t>
            </a:r>
            <a:br>
              <a:rPr lang="cs-CZ" sz="3200" dirty="0"/>
            </a:br>
            <a:r>
              <a:rPr lang="cs-CZ" sz="3200" dirty="0"/>
              <a:t>funkcí</a:t>
            </a:r>
          </a:p>
          <a:p>
            <a:r>
              <a:rPr lang="cs-CZ" sz="3200" dirty="0" err="1"/>
              <a:t>Buildnutí</a:t>
            </a:r>
            <a:r>
              <a:rPr lang="cs-CZ" sz="3200" dirty="0"/>
              <a:t> aplikací</a:t>
            </a:r>
          </a:p>
        </p:txBody>
      </p:sp>
      <p:pic>
        <p:nvPicPr>
          <p:cNvPr id="1030" name="Picture 6" descr="Elgato Stream Deck Mini - Mini - Verkabelt - USB - Schwarz Obrázek produktu ">
            <a:extLst>
              <a:ext uri="{FF2B5EF4-FFF2-40B4-BE49-F238E27FC236}">
                <a16:creationId xmlns:a16="http://schemas.microsoft.com/office/drawing/2014/main" id="{A0E0E299-A54A-3798-9228-A2824877DE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6"/>
          <a:stretch>
            <a:fillRect/>
          </a:stretch>
        </p:blipFill>
        <p:spPr bwMode="auto">
          <a:xfrm>
            <a:off x="5960532" y="155575"/>
            <a:ext cx="6231467" cy="453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63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48BE32-3A07-01AC-428A-9E2CA86D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Architektura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048FAC-F1AB-1428-51F6-E15D7A613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Klient–server architektura</a:t>
            </a:r>
          </a:p>
          <a:p>
            <a:r>
              <a:rPr lang="cs-CZ" sz="3200" dirty="0"/>
              <a:t>Server (počítač) zpracovává příkazy a ovládá OS</a:t>
            </a:r>
          </a:p>
          <a:p>
            <a:r>
              <a:rPr lang="cs-CZ" sz="3200" dirty="0"/>
              <a:t>Klient (mobil) odesílá příkazy počítači</a:t>
            </a:r>
          </a:p>
          <a:p>
            <a:r>
              <a:rPr lang="cs-CZ" sz="3200" dirty="0"/>
              <a:t>Komunikace přes </a:t>
            </a:r>
            <a:r>
              <a:rPr lang="cs-CZ" sz="3200" dirty="0" err="1"/>
              <a:t>WebSocket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267469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29607-E8D5-608C-F65D-D0754795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Použité technologie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8CF556-4F9A-CC0A-F51D-99E7467D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Počítačová aplikace je napsaná v </a:t>
            </a:r>
            <a:r>
              <a:rPr lang="cs-CZ" sz="3200" dirty="0" err="1"/>
              <a:t>Rustu</a:t>
            </a:r>
            <a:endParaRPr lang="cs-CZ" sz="3200" dirty="0"/>
          </a:p>
          <a:p>
            <a:r>
              <a:rPr lang="cs-CZ" sz="3200" dirty="0"/>
              <a:t>Mobilní aplikace používá </a:t>
            </a:r>
            <a:r>
              <a:rPr lang="cs-CZ" sz="3200" dirty="0" err="1"/>
              <a:t>Tauri</a:t>
            </a:r>
            <a:endParaRPr lang="cs-CZ" sz="3200" dirty="0"/>
          </a:p>
          <a:p>
            <a:r>
              <a:rPr lang="cs-CZ" sz="3200" dirty="0" err="1"/>
              <a:t>Tauri</a:t>
            </a:r>
            <a:r>
              <a:rPr lang="cs-CZ" sz="3200" dirty="0"/>
              <a:t> používá </a:t>
            </a:r>
            <a:r>
              <a:rPr lang="cs-CZ" sz="3200" dirty="0" err="1"/>
              <a:t>Rust</a:t>
            </a:r>
            <a:r>
              <a:rPr lang="cs-CZ" sz="3200" dirty="0"/>
              <a:t> na </a:t>
            </a:r>
            <a:r>
              <a:rPr lang="cs-CZ" sz="3200" dirty="0" err="1"/>
              <a:t>backend</a:t>
            </a:r>
            <a:r>
              <a:rPr lang="cs-CZ" sz="3200" dirty="0"/>
              <a:t> a </a:t>
            </a:r>
            <a:r>
              <a:rPr lang="cs-CZ" sz="3200" dirty="0" err="1"/>
              <a:t>HTML+JavaScript</a:t>
            </a:r>
            <a:r>
              <a:rPr lang="cs-CZ" sz="3200" dirty="0"/>
              <a:t> na </a:t>
            </a:r>
            <a:r>
              <a:rPr lang="cs-CZ" sz="3200" dirty="0" err="1"/>
              <a:t>frontend</a:t>
            </a:r>
            <a:endParaRPr lang="cs-CZ" sz="3200" dirty="0"/>
          </a:p>
        </p:txBody>
      </p:sp>
      <p:pic>
        <p:nvPicPr>
          <p:cNvPr id="4" name="Obrázek 3" descr="undefined">
            <a:extLst>
              <a:ext uri="{FF2B5EF4-FFF2-40B4-BE49-F238E27FC236}">
                <a16:creationId xmlns:a16="http://schemas.microsoft.com/office/drawing/2014/main" id="{6FC03914-EBB4-4CE4-4FB0-984F28317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866" y="3335866"/>
            <a:ext cx="3522133" cy="352213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35B400B2-9339-4821-F385-0B1E085CB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3733"/>
            <a:ext cx="6196426" cy="1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5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529BAB-C0C0-EB38-F1DA-2618C957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7" y="221721"/>
            <a:ext cx="10515600" cy="1325563"/>
          </a:xfrm>
        </p:spPr>
        <p:txBody>
          <a:bodyPr/>
          <a:lstStyle/>
          <a:p>
            <a:r>
              <a:rPr lang="cs-CZ" dirty="0"/>
              <a:t>Počítačová</a:t>
            </a:r>
            <a:br>
              <a:rPr lang="cs-CZ" dirty="0"/>
            </a:br>
            <a:r>
              <a:rPr lang="cs-CZ" dirty="0"/>
              <a:t>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5B0E3B-D43D-E1B2-CC13-38149BB90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67" y="1769005"/>
            <a:ext cx="10515600" cy="4351338"/>
          </a:xfrm>
        </p:spPr>
        <p:txBody>
          <a:bodyPr/>
          <a:lstStyle/>
          <a:p>
            <a:r>
              <a:rPr lang="cs-CZ" dirty="0"/>
              <a:t>Vypnout/zapnout</a:t>
            </a:r>
          </a:p>
          <a:p>
            <a:endParaRPr lang="cs-CZ" dirty="0"/>
          </a:p>
          <a:p>
            <a:endParaRPr lang="cs-CZ" sz="200" dirty="0"/>
          </a:p>
          <a:p>
            <a:r>
              <a:rPr lang="cs-CZ" dirty="0"/>
              <a:t>Párovací kód</a:t>
            </a:r>
          </a:p>
          <a:p>
            <a:r>
              <a:rPr lang="cs-CZ" dirty="0"/>
              <a:t>Uložené zařízení</a:t>
            </a:r>
          </a:p>
          <a:p>
            <a:r>
              <a:rPr lang="cs-CZ" dirty="0"/>
              <a:t>Připojené zařízení</a:t>
            </a:r>
          </a:p>
          <a:p>
            <a:endParaRPr lang="cs-CZ" dirty="0"/>
          </a:p>
          <a:p>
            <a:r>
              <a:rPr lang="cs-CZ" dirty="0"/>
              <a:t>Autorizované </a:t>
            </a:r>
            <a:br>
              <a:rPr lang="cs-CZ" dirty="0"/>
            </a:br>
            <a:r>
              <a:rPr lang="cs-CZ" dirty="0"/>
              <a:t>zařízení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B3A4D71-76A2-CD0A-4ABC-3FD827713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131" y="0"/>
            <a:ext cx="8960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5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CFBD1-4B33-0B04-7154-2B93F3C2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92EDC-C5F9-0149-29CB-5078C0263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Mobilní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28EB23-4642-BD95-9521-5D7901367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9" y="1859492"/>
            <a:ext cx="10515600" cy="4351338"/>
          </a:xfrm>
        </p:spPr>
        <p:txBody>
          <a:bodyPr>
            <a:normAutofit/>
          </a:bodyPr>
          <a:lstStyle/>
          <a:p>
            <a:r>
              <a:rPr lang="cs-CZ" sz="3200" dirty="0"/>
              <a:t>Připojení k uloženým počítačům</a:t>
            </a:r>
          </a:p>
          <a:p>
            <a:r>
              <a:rPr lang="cs-CZ" sz="3200" dirty="0"/>
              <a:t>Možnost skenovat počítače</a:t>
            </a:r>
          </a:p>
          <a:p>
            <a:r>
              <a:rPr lang="cs-CZ" sz="3200" dirty="0"/>
              <a:t>Přímé připojení pomocí IP adresy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B436E2B-3B0D-77FB-7440-060A521A0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67"/>
          <a:stretch>
            <a:fillRect/>
          </a:stretch>
        </p:blipFill>
        <p:spPr>
          <a:xfrm>
            <a:off x="6405562" y="0"/>
            <a:ext cx="5786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05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9E0292-24D2-6E03-BAB8-10507778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Mobilní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A30A9E-CA46-6588-D722-388E10BF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Nutnost spárování</a:t>
            </a:r>
          </a:p>
          <a:p>
            <a:r>
              <a:rPr lang="cs-CZ" sz="3200" dirty="0"/>
              <a:t>Možnost prohození tlačítek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890A568-7DC3-85C4-B183-A1737EA51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5" b="28890"/>
          <a:stretch>
            <a:fillRect/>
          </a:stretch>
        </p:blipFill>
        <p:spPr>
          <a:xfrm>
            <a:off x="7608123" y="0"/>
            <a:ext cx="4583877" cy="68580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8B1097F-3E43-C9DB-380E-BCA39099F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22" b="36231"/>
          <a:stretch>
            <a:fillRect/>
          </a:stretch>
        </p:blipFill>
        <p:spPr>
          <a:xfrm>
            <a:off x="1811867" y="3153084"/>
            <a:ext cx="5965589" cy="37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8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195EF1-BA3F-EB87-C111-BE6D73B5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 pozadí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CB2B6A-C764-540A-3374-EB3FDBA7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Mobilní aplikace má předurčené funkce</a:t>
            </a:r>
          </a:p>
          <a:p>
            <a:r>
              <a:rPr lang="cs-CZ" sz="3200" dirty="0"/>
              <a:t>Pošle zprávu na PC, aby něco udělalo</a:t>
            </a:r>
          </a:p>
          <a:p>
            <a:r>
              <a:rPr lang="cs-CZ" sz="3200" dirty="0"/>
              <a:t>PC podle listu funkcí danou věc </a:t>
            </a:r>
            <a:br>
              <a:rPr lang="cs-CZ" sz="3200" dirty="0"/>
            </a:br>
            <a:r>
              <a:rPr lang="cs-CZ" sz="3200" dirty="0"/>
              <a:t>splní, nebo pošle Error</a:t>
            </a:r>
          </a:p>
          <a:p>
            <a:r>
              <a:rPr lang="cs-CZ" sz="3200" dirty="0"/>
              <a:t>Počítač posílá co 5 sekund stav, </a:t>
            </a:r>
            <a:br>
              <a:rPr lang="cs-CZ" sz="3200" dirty="0"/>
            </a:br>
            <a:r>
              <a:rPr lang="cs-CZ" sz="3200" dirty="0"/>
              <a:t>pro aktualizaci UI mikrofonu a hlasitosti</a:t>
            </a:r>
          </a:p>
        </p:txBody>
      </p:sp>
      <p:pic>
        <p:nvPicPr>
          <p:cNvPr id="5" name="Obrázek 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B42CD6C3-E7C7-6DCD-B141-64C8AEED0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82" r="34349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7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EB3604-78B2-3553-DE4A-463D70DD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FF7B5C-566F-CC61-4549-AF1394CDF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dirty="0"/>
              <a:t>Výsledkem je funkční aplikace se základními funkcemi</a:t>
            </a:r>
          </a:p>
          <a:p>
            <a:endParaRPr lang="cs-CZ" sz="3200" dirty="0"/>
          </a:p>
          <a:p>
            <a:r>
              <a:rPr lang="cs-CZ" sz="3200" dirty="0"/>
              <a:t>Další vylepšení:</a:t>
            </a:r>
          </a:p>
          <a:p>
            <a:pPr lvl="1"/>
            <a:r>
              <a:rPr lang="cs-CZ" sz="2800" dirty="0"/>
              <a:t>UI pro počítač</a:t>
            </a:r>
          </a:p>
          <a:p>
            <a:pPr lvl="1"/>
            <a:r>
              <a:rPr lang="cs-CZ" sz="2800" dirty="0"/>
              <a:t>Možnost přidat funkce uživatelem</a:t>
            </a:r>
          </a:p>
          <a:p>
            <a:pPr lvl="1"/>
            <a:r>
              <a:rPr lang="cs-CZ" sz="2800" dirty="0"/>
              <a:t>Vytvoření verze pro Linux</a:t>
            </a:r>
          </a:p>
        </p:txBody>
      </p:sp>
    </p:spTree>
    <p:extLst>
      <p:ext uri="{BB962C8B-B14F-4D97-AF65-F5344CB8AC3E}">
        <p14:creationId xmlns:p14="http://schemas.microsoft.com/office/powerpoint/2010/main" val="34007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DFFB9F-1AEA-1CC6-D6F9-99532CEC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7700" dirty="0">
                <a:latin typeface="Segoe Print" panose="02000600000000000000" pitchFamily="2" charset="0"/>
              </a:rPr>
              <a:t>Děkuji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352ED0-A694-23CA-BA34-D026E84DB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cs-CZ" sz="4000" dirty="0">
                <a:solidFill>
                  <a:srgbClr val="C00000"/>
                </a:solidFill>
                <a:hlinkClick r:id="rId2"/>
              </a:rPr>
              <a:t>https://github.com/007king700/FOSS-Deck</a:t>
            </a:r>
            <a:endParaRPr lang="cs-CZ" sz="4000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endParaRPr lang="cs-CZ" sz="4000" dirty="0">
              <a:solidFill>
                <a:srgbClr val="C00000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DF1E856-E484-6451-9566-493585D7C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9" t="9329" r="10666" b="7462"/>
          <a:stretch>
            <a:fillRect/>
          </a:stretch>
        </p:blipFill>
        <p:spPr>
          <a:xfrm>
            <a:off x="4248150" y="2580222"/>
            <a:ext cx="3695700" cy="391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3094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183</Words>
  <Application>Microsoft Office PowerPoint</Application>
  <PresentationFormat>Širokoúhlá obrazovka</PresentationFormat>
  <Paragraphs>46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Print</vt:lpstr>
      <vt:lpstr>Motiv Office</vt:lpstr>
      <vt:lpstr>Mobilní aplikace pro ovládání funkcí počítače</vt:lpstr>
      <vt:lpstr>Motivace a cíl práce</vt:lpstr>
      <vt:lpstr>Architektura aplikace</vt:lpstr>
      <vt:lpstr>Použité technologie</vt:lpstr>
      <vt:lpstr>Počítačová aplikace</vt:lpstr>
      <vt:lpstr>Mobilní aplikace</vt:lpstr>
      <vt:lpstr>Mobilní aplikace</vt:lpstr>
      <vt:lpstr>Na pozadí</vt:lpstr>
      <vt:lpstr>Závěr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Jirka Gebauer</dc:creator>
  <cp:lastModifiedBy>Jirka Gebauer</cp:lastModifiedBy>
  <cp:revision>3</cp:revision>
  <dcterms:created xsi:type="dcterms:W3CDTF">2026-01-12T22:58:36Z</dcterms:created>
  <dcterms:modified xsi:type="dcterms:W3CDTF">2026-01-12T23:25:24Z</dcterms:modified>
</cp:coreProperties>
</file>